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shy.ai/features/image-to-3d" TargetMode="External"/><Relationship Id="rId3" Type="http://schemas.openxmlformats.org/officeDocument/2006/relationships/hyperlink" Target="https://www.meshy.ai/features/ai-auto-rigging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shy.ai/features/image-to-3d" TargetMode="External"/><Relationship Id="rId3" Type="http://schemas.openxmlformats.org/officeDocument/2006/relationships/hyperlink" Target="https://www.meshy.ai/features/ai-auto-rigging" TargetMode="External"/><Relationship Id="rId4" Type="http://schemas.openxmlformats.org/officeDocument/2006/relationships/hyperlink" Target="https://framesixty.com/meshy-ai-3d-review/" TargetMode="External"/><Relationship Id="rId5" Type="http://schemas.openxmlformats.org/officeDocument/2006/relationships/hyperlink" Target="https://docs.meshy.ai/en" TargetMode="External"/><Relationship Id="rId6" Type="http://schemas.openxmlformats.org/officeDocument/2006/relationships/hyperlink" Target="https://www.meshy.ai/prici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shy.ai/features/image-to-3d" TargetMode="External"/><Relationship Id="rId3" Type="http://schemas.openxmlformats.org/officeDocument/2006/relationships/hyperlink" Target="https://www.meshy.ai/features/ai-auto-rigging" TargetMode="External"/><Relationship Id="rId4" Type="http://schemas.openxmlformats.org/officeDocument/2006/relationships/hyperlink" Target="https://framesixty.com/meshy-ai-3d-review/" TargetMode="External"/><Relationship Id="rId5" Type="http://schemas.openxmlformats.org/officeDocument/2006/relationships/hyperlink" Target="https://docs.meshy.ai/en" TargetMode="External"/><Relationship Id="rId6" Type="http://schemas.openxmlformats.org/officeDocument/2006/relationships/hyperlink" Target="https://www.meshy.ai/pricing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Photo-to-Game-Asset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8D8D8"/>
                </a:solidFill>
              </a:rPr>
              <a:t>From real-world capture — photo, drone, or sensor scan — to a ready-to-use game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</a:rPr>
              <a:t>COMP 490  •  SENIOR PROJECT I  • 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Project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E05A2E"/>
                </a:solidFill>
              </a:rPr>
              <a:t>●  Capture.</a:t>
            </a:r>
            <a:r>
              <a:rPr sz="2300" b="0">
                <a:solidFill>
                  <a:srgbClr val="14182B"/>
                </a:solidFill>
              </a:rPr>
              <a:t>  Phone photo, drone flyover, or sensor scan of a real object.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05A2E"/>
                </a:solidFill>
              </a:rPr>
              <a:t>●  Process.</a:t>
            </a:r>
            <a:r>
              <a:rPr sz="2300" b="0">
                <a:solidFill>
                  <a:srgbClr val="14182B"/>
                </a:solidFill>
              </a:rPr>
              <a:t>  Classify it, generate a 3D mesh/texture/rig, auto-import into a target engine — Unity first.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05A2E"/>
                </a:solidFill>
              </a:rPr>
              <a:t>●  Two open questions we're answering.</a:t>
            </a:r>
            <a:r>
              <a:rPr sz="2300" b="0">
                <a:solidFill>
                  <a:srgbClr val="14182B"/>
                </a:solidFill>
              </a:rPr>
              <a:t>  Do we run generation through a third-party AI service or build our own? And what capture hardware feeds the pipeline beyond a phone photo?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05A2E"/>
                </a:solidFill>
              </a:rPr>
              <a:t>●  Hardware track.</a:t>
            </a:r>
            <a:r>
              <a:rPr sz="2300" b="0">
                <a:solidFill>
                  <a:srgbClr val="14182B"/>
                </a:solidFill>
              </a:rPr>
              <a:t>  Drones, LiDAR, and thermal/visual mapping are an active side effort that plug into this pipeline — or stand alone as their own mapping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Breaking Down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E05A2E"/>
                </a:solidFill>
              </a:rPr>
              <a:t>●  01 — Capture.</a:t>
            </a:r>
            <a:r>
              <a:rPr sz="2300" b="0">
                <a:solidFill>
                  <a:srgbClr val="14182B"/>
                </a:solidFill>
              </a:rPr>
              <a:t>  What medium do we use to scan the real-world object and get it onto the user's device?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05A2E"/>
                </a:solidFill>
              </a:rPr>
              <a:t>●  02 — Reconstruct &amp; rig.</a:t>
            </a:r>
            <a:r>
              <a:rPr sz="2300" b="0">
                <a:solidFill>
                  <a:srgbClr val="14182B"/>
                </a:solidFill>
              </a:rPr>
              <a:t>  How do we turn that scan into a 3D model and get it rigged, ready for Unity?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05A2E"/>
                </a:solidFill>
              </a:rPr>
              <a:t>●  03 — Import &amp; configure.</a:t>
            </a:r>
            <a:r>
              <a:rPr sz="2300" b="0">
                <a:solidFill>
                  <a:srgbClr val="14182B"/>
                </a:solidFill>
              </a:rPr>
              <a:t>  How do we get the asset into Unity with physics, colliders, and rigid body attributes added automatically?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514600"/>
            <a:ext cx="1463040" cy="762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8D8D8"/>
                </a:solidFill>
              </a:rPr>
              <a:t>Capture, processing, and where it can 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Hardware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1">
                <a:solidFill>
                  <a:srgbClr val="E05A2E"/>
                </a:solidFill>
              </a:rPr>
              <a:t>●  What we capture</a:t>
            </a:r>
            <a:r>
              <a:rPr sz="2400" b="0">
                <a:solidFill>
                  <a:srgbClr val="14182B"/>
                </a:solidFill>
              </a:rPr>
              <a:t>  sets the ceiling on output quality — a single phone photo is the MVP baseline.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E05A2E"/>
                </a:solidFill>
              </a:rPr>
              <a:t>●  Beyond that,</a:t>
            </a:r>
            <a:r>
              <a:rPr sz="2400" b="0">
                <a:solidFill>
                  <a:srgbClr val="14182B"/>
                </a:solidFill>
              </a:rPr>
              <a:t>  we're evaluating drone-based multi-angle scanning, plus LiDAR/thermal/visual mapping.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E05A2E"/>
                </a:solidFill>
              </a:rPr>
              <a:t>●  The key decision:</a:t>
            </a:r>
            <a:r>
              <a:rPr sz="2400" b="0">
                <a:solidFill>
                  <a:srgbClr val="14182B"/>
                </a:solidFill>
              </a:rPr>
              <a:t>  run reconstruction through Meshy's API, or build that step ourselves.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5C9E"/>
                </a:solidFill>
              </a:rPr>
              <a:t>Branch A — Build the Pipeline Ourselves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F5C9E"/>
                </a:solidFill>
              </a:rPr>
              <a:t>●  Capture app</a:t>
            </a:r>
            <a:r>
              <a:rPr sz="2000" b="0">
                <a:solidFill>
                  <a:srgbClr val="14182B"/>
                </a:solidFill>
              </a:rPr>
              <a:t>  scans the object via the device camera and produces a basic 3D model in the browser.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F5C9E"/>
                </a:solidFill>
              </a:rPr>
              <a:t>●  Blender script</a:t>
            </a:r>
            <a:r>
              <a:rPr sz="2000" b="0">
                <a:solidFill>
                  <a:srgbClr val="14182B"/>
                </a:solidFill>
              </a:rPr>
              <a:t>  takes that basic model and auto-rigs it, setting up bones and weights for Unity.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F5C9E"/>
                </a:solidFill>
              </a:rPr>
              <a:t>●  Unity script</a:t>
            </a:r>
            <a:r>
              <a:rPr sz="2000" b="0">
                <a:solidFill>
                  <a:srgbClr val="14182B"/>
                </a:solidFill>
              </a:rPr>
              <a:t>  imports the rigged asset and automatically adds physics, colliders, and rigid body components.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F5C9E"/>
                </a:solidFill>
              </a:rPr>
              <a:t>●  What this actually is:</a:t>
            </a:r>
            <a:r>
              <a:rPr sz="2000" b="0">
                <a:solidFill>
                  <a:srgbClr val="14182B"/>
                </a:solidFill>
              </a:rPr>
              <a:t>  classical scripting/automation against Blender's and Unity's own APIs — no model training required for the rigging/import half.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5C9E"/>
                </a:solidFill>
              </a:rPr>
              <a:t>Where This Breaks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F5C9E"/>
                </a:solidFill>
              </a:rPr>
              <a:t>●  The hard part isn't rigging —</a:t>
            </a:r>
            <a:r>
              <a:rPr sz="2000" b="0">
                <a:solidFill>
                  <a:srgbClr val="14182B"/>
                </a:solidFill>
              </a:rPr>
              <a:t>  Blender's own tools handle that well once we script it.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F5C9E"/>
                </a:solidFill>
              </a:rPr>
              <a:t>●  It's reconstruction:</a:t>
            </a:r>
            <a:r>
              <a:rPr sz="2000" b="0">
                <a:solidFill>
                  <a:srgbClr val="14182B"/>
                </a:solidFill>
              </a:rPr>
              <a:t>  turning a single 2D photo into an accurate 3D mesh is a real research problem, not a scripting problem.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F5C9E"/>
                </a:solidFill>
              </a:rPr>
              <a:t>●  Building that from scratch</a:t>
            </a:r>
            <a:r>
              <a:rPr sz="2000" b="0">
                <a:solidFill>
                  <a:srgbClr val="14182B"/>
                </a:solidFill>
              </a:rPr>
              <a:t>  needs large 3D datasets and real GPU budget — beyond a one-semester scope.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F5C9E"/>
                </a:solidFill>
              </a:rPr>
              <a:t>●  No open-source tool</a:t>
            </a:r>
            <a:r>
              <a:rPr sz="2000" b="0">
                <a:solidFill>
                  <a:srgbClr val="14182B"/>
                </a:solidFill>
              </a:rPr>
              <a:t>  currently matches a commercial single-photo-to-mesh service for quality, out of the box.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05A2E"/>
                </a:solidFill>
              </a:rPr>
              <a:t>Branch B — Using Meshy.ai for Reconstruction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05A2E"/>
                </a:solidFill>
              </a:rPr>
              <a:t>●  One API call</a:t>
            </a:r>
            <a:r>
              <a:rPr sz="2000" b="0">
                <a:solidFill>
                  <a:srgbClr val="14182B"/>
                </a:solidFill>
              </a:rPr>
              <a:t>  handles the hard reconstruction step — mesh, texture, and a starting rig — that we're not trying to build ourselves.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05A2E"/>
                </a:solidFill>
              </a:rPr>
              <a:t>●  Our Blender/Unity scripts still do the rest:</a:t>
            </a:r>
            <a:r>
              <a:rPr sz="2000" b="0">
                <a:solidFill>
                  <a:srgbClr val="14182B"/>
                </a:solidFill>
              </a:rPr>
              <a:t>  cleanup, final rigging, and automated Unity import stay our own work either way.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05A2E"/>
                </a:solidFill>
              </a:rPr>
              <a:t>●  Trade-offs:</a:t>
            </a:r>
            <a:r>
              <a:rPr sz="2000" b="0">
                <a:solidFill>
                  <a:srgbClr val="14182B"/>
                </a:solidFill>
              </a:rPr>
              <a:t>  per-generation credit cost, rate limits, and depending on a third party's uptime and roadmap.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E05A2E"/>
                </a:solidFill>
              </a:rPr>
              <a:t>●  This is the MVP path.</a:t>
            </a:r>
            <a:r>
              <a:rPr sz="2000" b="0">
                <a:solidFill>
                  <a:srgbClr val="14182B"/>
                </a:solidFill>
              </a:rPr>
              <a:t>  A fully in-house reconstruction step stays on the table as future/stretch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Hardware — Drone Capture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E05A2E"/>
                </a:solidFill>
              </a:rPr>
              <a:t>●  Why drones:</a:t>
            </a:r>
            <a:r>
              <a:rPr sz="2200" b="0">
                <a:solidFill>
                  <a:srgbClr val="14182B"/>
                </a:solidFill>
              </a:rPr>
              <a:t>  flyover capture for objects too large, elevated, or hard to reach for a handheld phone scan.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E05A2E"/>
                </a:solidFill>
              </a:rPr>
              <a:t>●  Same pipeline:</a:t>
            </a:r>
            <a:r>
              <a:rPr sz="2200" b="0">
                <a:solidFill>
                  <a:srgbClr val="14182B"/>
                </a:solidFill>
              </a:rPr>
              <a:t>  multi-angle footage feeds the same classify → generate steps, just with richer coverage.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E05A2E"/>
                </a:solidFill>
              </a:rPr>
              <a:t>●  Status:</a:t>
            </a:r>
            <a:r>
              <a:rPr sz="2200" b="0">
                <a:solidFill>
                  <a:srgbClr val="14182B"/>
                </a:solidFill>
              </a:rPr>
              <a:t>  already in progress as a side effort — plugs in as an alternate capture front-end.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b="1">
                <a:solidFill>
                  <a:srgbClr val="993300"/>
                </a:solidFill>
              </a:rPr>
              <a:t>[FILL IN: drone platform/model, flight software, and what's already working on the side project]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Hardware — LiDAR / Thermal / Visual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E05A2E"/>
                </a:solidFill>
              </a:rPr>
              <a:t>●  Adds</a:t>
            </a:r>
            <a:r>
              <a:rPr sz="2200" b="0">
                <a:solidFill>
                  <a:srgbClr val="14182B"/>
                </a:solidFill>
              </a:rPr>
              <a:t>  depth data (LiDAR), heat signature (thermal), and standard visual capture on top of a single photo.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05A2E"/>
                </a:solidFill>
              </a:rPr>
              <a:t>1.  Built into the app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14182B"/>
                </a:solidFill>
              </a:rPr>
              <a:t>Richer sensor data improves reconstruction fidelity for the same pipeline.</a:t>
            </a:r>
          </a:p>
          <a:p>
            <a:r>
              <a:rPr sz="2200" b="1">
                <a:solidFill>
                  <a:srgbClr val="E05A2E"/>
                </a:solidFill>
              </a:rPr>
              <a:t>2.  Subsidiary service</a:t>
            </a:r>
          </a:p>
          <a:p>
            <a:r>
              <a:rPr sz="2000">
                <a:solidFill>
                  <a:srgbClr val="14182B"/>
                </a:solidFill>
              </a:rPr>
              <a:t>Mapping/scanning offered as its own product, sharing infrastructure but serving non-gaming use cases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b="1">
                <a:solidFill>
                  <a:srgbClr val="993300"/>
                </a:solidFill>
              </a:rPr>
              <a:t>[FILL IN: specific sensors/mapping software already in use on the side project]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Frontend:</a:t>
            </a:r>
            <a:r>
              <a:rPr sz="2100" b="0">
                <a:solidFill>
                  <a:srgbClr val="14182B"/>
                </a:solidFill>
              </a:rPr>
              <a:t>  React (capture app)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3D preview:</a:t>
            </a:r>
            <a:r>
              <a:rPr sz="2100" b="0">
                <a:solidFill>
                  <a:srgbClr val="14182B"/>
                </a:solidFill>
              </a:rPr>
              <a:t>  three.js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Backend:</a:t>
            </a:r>
            <a:r>
              <a:rPr sz="2100" b="0">
                <a:solidFill>
                  <a:srgbClr val="14182B"/>
                </a:solidFill>
              </a:rPr>
              <a:t>  Node.js or Python API + job queue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Desktop app:</a:t>
            </a:r>
            <a:r>
              <a:rPr sz="2100" b="0">
                <a:solidFill>
                  <a:srgbClr val="14182B"/>
                </a:solidFill>
              </a:rPr>
              <a:t>  Electron or Tauri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Unity:</a:t>
            </a:r>
            <a:r>
              <a:rPr sz="2100" b="0">
                <a:solidFill>
                  <a:srgbClr val="14182B"/>
                </a:solidFill>
              </a:rPr>
              <a:t>  C#, Unity Editor API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Blender (stretch):</a:t>
            </a:r>
            <a:r>
              <a:rPr sz="2100" b="0">
                <a:solidFill>
                  <a:srgbClr val="14182B"/>
                </a:solidFill>
              </a:rPr>
              <a:t>  Python, bpy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Unreal (stretch):</a:t>
            </a:r>
            <a:r>
              <a:rPr sz="2100" b="0">
                <a:solidFill>
                  <a:srgbClr val="14182B"/>
                </a:solidFill>
              </a:rPr>
              <a:t>  Unreal Python API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Hardware/mapping:</a:t>
            </a:r>
            <a:r>
              <a:rPr sz="2100" b="0">
                <a:solidFill>
                  <a:srgbClr val="14182B"/>
                </a:solidFill>
              </a:rPr>
              <a:t>  drone + LiDAR SDKs — TBD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E05A2E"/>
                </a:solidFill>
              </a:rPr>
              <a:t>●  Classification:</a:t>
            </a:r>
            <a:r>
              <a:rPr sz="1900" b="0">
                <a:solidFill>
                  <a:srgbClr val="14182B"/>
                </a:solidFill>
              </a:rPr>
              <a:t>  pretrained vision model or vision-LLM call sorts captures into prop / creature / character, setting generation parameters.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05A2E"/>
                </a:solidFill>
              </a:rPr>
              <a:t>●  Generation — reconstruction:</a:t>
            </a:r>
            <a:r>
              <a:rPr sz="1900" b="0">
                <a:solidFill>
                  <a:srgbClr val="14182B"/>
                </a:solidFill>
              </a:rPr>
              <a:t>  diffusion model reads shape/material/depth from the photo, then multi-view synthesis predicts the angles the photo never showed.</a:t>
            </a:r>
            <a:r>
              <a:rPr sz="1400" b="1">
                <a:solidFill>
                  <a:srgbClr val="1F5C9E"/>
                </a:solidFill>
                <a:hlinkClick r:id="rId2"/>
              </a:rPr>
              <a:t> [1]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05A2E"/>
                </a:solidFill>
              </a:rPr>
              <a:t>●  Generation — rigging:</a:t>
            </a:r>
            <a:r>
              <a:rPr sz="1900" b="0">
                <a:solidFill>
                  <a:srgbClr val="14182B"/>
                </a:solidFill>
              </a:rPr>
              <a:t>  detects body plan (humanoid/quadruped/custom), builds bone hierarchy, computes skinning weights automatically.</a:t>
            </a:r>
            <a:r>
              <a:rPr sz="1400" b="1">
                <a:solidFill>
                  <a:srgbClr val="1F5C9E"/>
                </a:solidFill>
                <a:hlinkClick r:id="rId3"/>
              </a:rPr>
              <a:t> [2]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05A2E"/>
                </a:solidFill>
              </a:rPr>
              <a:t>●  Future candidates:</a:t>
            </a:r>
            <a:r>
              <a:rPr sz="1900" b="0">
                <a:solidFill>
                  <a:srgbClr val="14182B"/>
                </a:solidFill>
              </a:rPr>
              <a:t>  photogrammetry or NeRF-based reconstruction, benchmarked against Meshy's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A4A4A"/>
                </a:solidFill>
              </a:rPr>
              <a:t>Click [n] to open the source · full list on the References slide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Meshy: Efficiency &amp;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E05A2E"/>
                </a:solidFill>
              </a:rPr>
              <a:t>●  Speed:</a:t>
            </a:r>
            <a:r>
              <a:rPr sz="1900" b="0">
                <a:solidFill>
                  <a:srgbClr val="14182B"/>
                </a:solidFill>
              </a:rPr>
              <a:t>  ~90 seconds for a full textured model on Meshy 7; auto-rigging adds under 30 seconds.</a:t>
            </a:r>
            <a:r>
              <a:rPr sz="1400" b="1">
                <a:solidFill>
                  <a:srgbClr val="1F5C9E"/>
                </a:solidFill>
                <a:hlinkClick r:id="rId2"/>
              </a:rPr>
              <a:t> [1]</a:t>
            </a:r>
            <a:r>
              <a:rPr sz="1400" b="1">
                <a:solidFill>
                  <a:srgbClr val="1F5C9E"/>
                </a:solidFill>
                <a:hlinkClick r:id="rId3"/>
              </a:rPr>
              <a:t> [2]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05A2E"/>
                </a:solidFill>
              </a:rPr>
              <a:t>●  Benchmark:</a:t>
            </a:r>
            <a:r>
              <a:rPr sz="1900" b="0">
                <a:solidFill>
                  <a:srgbClr val="14182B"/>
                </a:solidFill>
              </a:rPr>
              <a:t>  Meshy 7 leads published single-view reconstruction scores against Tripo 3.1 and Rodin 2.5 — 81.0% overall shape accuracy, 59.8% on surface detail.</a:t>
            </a:r>
            <a:r>
              <a:rPr sz="1400" b="1">
                <a:solidFill>
                  <a:srgbClr val="1F5C9E"/>
                </a:solidFill>
                <a:hlinkClick r:id="rId4"/>
              </a:rPr>
              <a:t> [3]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05A2E"/>
                </a:solidFill>
              </a:rPr>
              <a:t>●  Cost:</a:t>
            </a:r>
            <a:r>
              <a:rPr sz="1900" b="0">
                <a:solidFill>
                  <a:srgbClr val="14182B"/>
                </a:solidFill>
              </a:rPr>
              <a:t>  20-30 credits per generation (~$0.60/model); API access needs the Pro tier, $20/mo for 1,000 credits — about 30-50 generations/month.</a:t>
            </a:r>
            <a:r>
              <a:rPr sz="1400" b="1">
                <a:solidFill>
                  <a:srgbClr val="1F5C9E"/>
                </a:solidFill>
                <a:hlinkClick r:id="rId5"/>
              </a:rPr>
              <a:t> [4]</a:t>
            </a:r>
            <a:r>
              <a:rPr sz="1400" b="1">
                <a:solidFill>
                  <a:srgbClr val="1F5C9E"/>
                </a:solidFill>
                <a:hlinkClick r:id="rId6"/>
              </a:rPr>
              <a:t> [5]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E05A2E"/>
                </a:solidFill>
              </a:rPr>
              <a:t>●  What that means for us:</a:t>
            </a:r>
            <a:r>
              <a:rPr sz="1900" b="0">
                <a:solidFill>
                  <a:srgbClr val="14182B"/>
                </a:solidFill>
              </a:rPr>
              <a:t>  our full 15-25 object test set fits comfortably in one month's credits, with room for retries.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A4A4A"/>
                </a:solidFill>
              </a:rPr>
              <a:t>Click [n] to open the source · full list on the References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Code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182B"/>
                </a:solidFill>
              </a:rPr>
              <a:t>Capture (phone / drone / sensor)  →  Backend (classify + orchestrate)  →  Desktop hub (queue, preview, target picker)  →  Engine import (Unity / Blender / Unreal)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Repo layout:</a:t>
            </a:r>
            <a:r>
              <a:rPr sz="2100" b="0">
                <a:solidFill>
                  <a:srgbClr val="14182B"/>
                </a:solidFill>
              </a:rPr>
              <a:t>  capture app, backend orchestrator, classifier module, desktop hub, per-engine import packages.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E05A2E"/>
                </a:solidFill>
              </a:rPr>
              <a:t>●  Hardware hook-in:</a:t>
            </a:r>
            <a:r>
              <a:rPr sz="2100" b="0">
                <a:solidFill>
                  <a:srgbClr val="14182B"/>
                </a:solidFill>
              </a:rPr>
              <a:t>  drone/LiDAR/thermal code plugs in at the capture stage as an alternate front-end to the same backend.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How We'll Know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E05A2E"/>
                </a:solidFill>
              </a:rPr>
              <a:t>●  Classification accuracy —</a:t>
            </a:r>
            <a:r>
              <a:rPr sz="2100" b="0">
                <a:solidFill>
                  <a:srgbClr val="14182B"/>
                </a:solidFill>
              </a:rPr>
              <a:t>  how often the object gets sorted correctly.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E05A2E"/>
                </a:solidFill>
              </a:rPr>
              <a:t>●  End-to-end success rate —</a:t>
            </a:r>
            <a:r>
              <a:rPr sz="2100" b="0">
                <a:solidFill>
                  <a:srgbClr val="14182B"/>
                </a:solidFill>
              </a:rPr>
              <a:t>  how many test captures come out as a working, unbroken Unity asset.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E05A2E"/>
                </a:solidFill>
              </a:rPr>
              <a:t>●  Time per asset —</a:t>
            </a:r>
            <a:r>
              <a:rPr sz="2100" b="0">
                <a:solidFill>
                  <a:srgbClr val="14182B"/>
                </a:solidFill>
              </a:rPr>
              <a:t>  how long it takes, start to finish, versus doing it by hand.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E05A2E"/>
                </a:solidFill>
              </a:rPr>
              <a:t>●  Definition of done —</a:t>
            </a:r>
            <a:r>
              <a:rPr sz="2100" b="0">
                <a:solidFill>
                  <a:srgbClr val="14182B"/>
                </a:solidFill>
              </a:rPr>
              <a:t>  a finished Unity game object with physics, rigging, and colliders already set up, ready to drop into a scene.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900">
                <a:solidFill>
                  <a:srgbClr val="E05A2E"/>
                </a:solidFill>
              </a:rPr>
              <a:t>Week of Sep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002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82B"/>
                </a:solidFill>
              </a:rPr>
              <a:t>Validate Meshy API end-to-end, lock MVP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000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900">
                <a:solidFill>
                  <a:srgbClr val="E05A2E"/>
                </a:solidFill>
              </a:rPr>
              <a:t>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50008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82B"/>
                </a:solidFill>
              </a:rPr>
              <a:t>Capture app, backend, classifier, desktop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9816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900">
                <a:solidFill>
                  <a:srgbClr val="E05A2E"/>
                </a:solidFill>
              </a:rPr>
              <a:t>Early 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99816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82B"/>
                </a:solidFill>
              </a:rPr>
              <a:t>Unity import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9624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900">
                <a:solidFill>
                  <a:srgbClr val="E05A2E"/>
                </a:solidFill>
              </a:rPr>
              <a:t>Mid Nov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49624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82B"/>
                </a:solidFill>
              </a:rPr>
              <a:t>Full pipeline test; hardware integration spike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994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900">
                <a:solidFill>
                  <a:srgbClr val="E05A2E"/>
                </a:solidFill>
              </a:rPr>
              <a:t>Late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599432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82B"/>
                </a:solidFill>
              </a:rPr>
              <a:t>Stretch targets (Blender/Unreal, in-house client eval)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900">
                <a:solidFill>
                  <a:srgbClr val="E05A2E"/>
                </a:solidFill>
              </a:rPr>
              <a:t>Early Dec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3492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82B"/>
                </a:solidFill>
              </a:rPr>
              <a:t>Final demo + writeup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What We Expect to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E05A2E"/>
                </a:solidFill>
              </a:rPr>
              <a:t>●  Generalization:</a:t>
            </a:r>
            <a:r>
              <a:rPr sz="2100" b="0">
                <a:solidFill>
                  <a:srgbClr val="14182B"/>
                </a:solidFill>
              </a:rPr>
              <a:t>  how well existing reconstruction/rigging tools hold up across object types they weren't built for.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E05A2E"/>
                </a:solidFill>
              </a:rPr>
              <a:t>●  Build vs. buy:</a:t>
            </a:r>
            <a:r>
              <a:rPr sz="2100" b="0">
                <a:solidFill>
                  <a:srgbClr val="14182B"/>
                </a:solidFill>
              </a:rPr>
              <a:t>  whether an in-house client would ever pay off, or Meshy remains the right call.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E05A2E"/>
                </a:solidFill>
              </a:rPr>
              <a:t>●  Hardware ROI:</a:t>
            </a:r>
            <a:r>
              <a:rPr sz="2100" b="0">
                <a:solidFill>
                  <a:srgbClr val="14182B"/>
                </a:solidFill>
              </a:rPr>
              <a:t>  where richer capture (drone, LiDAR, thermal) meaningfully improves output vs. just adding complexity.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E05A2E"/>
                </a:solidFill>
              </a:rPr>
              <a:t>●  Failure modes:</a:t>
            </a:r>
            <a:r>
              <a:rPr sz="2100" b="0">
                <a:solidFill>
                  <a:srgbClr val="14182B"/>
                </a:solidFill>
              </a:rPr>
              <a:t>  where the pipeline breaks most, and what that tells us about where to invest next.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500" b="1">
                <a:solidFill>
                  <a:srgbClr val="E05A2E"/>
                </a:solidFill>
              </a:rPr>
              <a:t>●  Cesar Salcido</a:t>
            </a:r>
            <a:r>
              <a:rPr sz="2500" b="0">
                <a:solidFill>
                  <a:srgbClr val="14182B"/>
                </a:solidFill>
              </a:rPr>
              <a:t>  — Phone/capture app + backend API</a:t>
            </a:r>
          </a:p>
          <a:p>
            <a:pPr>
              <a:spcAft>
                <a:spcPts val="1600"/>
              </a:spcAft>
            </a:pPr>
            <a:r>
              <a:rPr sz="2500" b="1">
                <a:solidFill>
                  <a:srgbClr val="E05A2E"/>
                </a:solidFill>
              </a:rPr>
              <a:t>●  Daniel Silvas</a:t>
            </a:r>
            <a:r>
              <a:rPr sz="2500" b="0">
                <a:solidFill>
                  <a:srgbClr val="14182B"/>
                </a:solidFill>
              </a:rPr>
              <a:t>  — Desktop app GUI + Unity Editor package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82B"/>
                </a:solidFill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E0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4182B"/>
                </a:solidFill>
              </a:rPr>
              <a:t>[1]  Meshy — “Image to 3D” — </a:t>
            </a:r>
            <a:r>
              <a:rPr sz="1900" u="sng">
                <a:solidFill>
                  <a:srgbClr val="1F5C9E"/>
                </a:solidFill>
                <a:hlinkClick r:id="rId2"/>
              </a:rPr>
              <a:t>https://www.meshy.ai/features/image-to-3d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4182B"/>
                </a:solidFill>
              </a:rPr>
              <a:t>[2]  Meshy — “AI Auto Rigging” — </a:t>
            </a:r>
            <a:r>
              <a:rPr sz="1900" u="sng">
                <a:solidFill>
                  <a:srgbClr val="1F5C9E"/>
                </a:solidFill>
                <a:hlinkClick r:id="rId3"/>
              </a:rPr>
              <a:t>https://www.meshy.ai/features/ai-auto-rigging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4182B"/>
                </a:solidFill>
              </a:rPr>
              <a:t>[3]  FrameSixty — “Meshy AI for Developers: Reviewing Generative 3D Asset Generation” — </a:t>
            </a:r>
            <a:r>
              <a:rPr sz="1900" u="sng">
                <a:solidFill>
                  <a:srgbClr val="1F5C9E"/>
                </a:solidFill>
                <a:hlinkClick r:id="rId4"/>
              </a:rPr>
              <a:t>https://framesixty.com/meshy-ai-3d-review/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4182B"/>
                </a:solidFill>
              </a:rPr>
              <a:t>[4]  Meshy API Documentation — </a:t>
            </a:r>
            <a:r>
              <a:rPr sz="1900" u="sng">
                <a:solidFill>
                  <a:srgbClr val="1F5C9E"/>
                </a:solidFill>
                <a:hlinkClick r:id="rId5"/>
              </a:rPr>
              <a:t>https://docs.meshy.ai/en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4182B"/>
                </a:solidFill>
              </a:rPr>
              <a:t>[5]  Meshy Pricing — </a:t>
            </a:r>
            <a:r>
              <a:rPr sz="1900" u="sng">
                <a:solidFill>
                  <a:srgbClr val="1F5C9E"/>
                </a:solidFill>
                <a:hlinkClick r:id="rId6"/>
              </a:rPr>
              <a:t>https://www.meshy.ai/pricing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8D8D8"/>
                </a:solidFill>
              </a:rPr>
              <a:t>Photo-to-Game-Asset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