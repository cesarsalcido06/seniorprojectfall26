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FFFFFF"/>
                </a:solidFill>
              </a:rPr>
              <a:t>Photo-to-Game-Asset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4290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From real-world capture — photo, drone, or sensor scan — to a ready-to-use game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</a:rPr>
              <a:t>COMP 490  •  SENIOR PROJECT I  • 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Project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Capture.</a:t>
            </a:r>
            <a:r>
              <a:rPr sz="2300" b="0">
                <a:solidFill>
                  <a:srgbClr val="14182B"/>
                </a:solidFill>
              </a:rPr>
              <a:t>  Phone photo, drone flyover, or sensor scan of a real object.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Process.</a:t>
            </a:r>
            <a:r>
              <a:rPr sz="2300" b="0">
                <a:solidFill>
                  <a:srgbClr val="14182B"/>
                </a:solidFill>
              </a:rPr>
              <a:t>  Classify it, generate a 3D mesh/texture/rig, auto-import into a target engine — Unity first.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Two open questions we're answering.</a:t>
            </a:r>
            <a:r>
              <a:rPr sz="2300" b="0">
                <a:solidFill>
                  <a:srgbClr val="14182B"/>
                </a:solidFill>
              </a:rPr>
              <a:t>  Do we run generation through a third-party AI service or build our own? And what capture hardware feeds the pipeline beyond a phone photo?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Hardware track.</a:t>
            </a:r>
            <a:r>
              <a:rPr sz="2300" b="0">
                <a:solidFill>
                  <a:srgbClr val="14182B"/>
                </a:solidFill>
              </a:rPr>
              <a:t>  Drones, LiDAR, and thermal/visual mapping are an active side effort that plug into this pipeline — or stand alone as their own mapping service.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Breaking Down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01 — Capture.</a:t>
            </a:r>
            <a:r>
              <a:rPr sz="2300" b="0">
                <a:solidFill>
                  <a:srgbClr val="14182B"/>
                </a:solidFill>
              </a:rPr>
              <a:t>  What medium do we use to scan the real-world object and get it onto the user's device?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02 — Reconstruct &amp; rig.</a:t>
            </a:r>
            <a:r>
              <a:rPr sz="2300" b="0">
                <a:solidFill>
                  <a:srgbClr val="14182B"/>
                </a:solidFill>
              </a:rPr>
              <a:t>  How do we turn that scan into a 3D model and get it rigged, ready for Unity?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E05A2E"/>
                </a:solidFill>
              </a:rPr>
              <a:t>●  03 — Import &amp; configure.</a:t>
            </a:r>
            <a:r>
              <a:rPr sz="2300" b="0">
                <a:solidFill>
                  <a:srgbClr val="14182B"/>
                </a:solidFill>
              </a:rPr>
              <a:t>  How do we get the asset into Unity with physics, colliders, and rigid body attributes added automatically?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514600"/>
            <a:ext cx="1463040" cy="762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Capture, processing, and where it can 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What we capture</a:t>
            </a:r>
            <a:r>
              <a:rPr sz="2400" b="0">
                <a:solidFill>
                  <a:srgbClr val="14182B"/>
                </a:solidFill>
              </a:rPr>
              <a:t>  sets the ceiling on output quality — a single phone photo is the MVP baseline.</a:t>
            </a:r>
          </a:p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Beyond that,</a:t>
            </a:r>
            <a:r>
              <a:rPr sz="2400" b="0">
                <a:solidFill>
                  <a:srgbClr val="14182B"/>
                </a:solidFill>
              </a:rPr>
              <a:t>  we're evaluating drone-based multi-angle scanning, plus LiDAR/thermal/visual mapping.</a:t>
            </a:r>
          </a:p>
          <a:p>
            <a:pPr>
              <a:spcAft>
                <a:spcPts val="1600"/>
              </a:spcAft>
            </a:pPr>
            <a:r>
              <a:rPr sz="2400" b="1">
                <a:solidFill>
                  <a:srgbClr val="E05A2E"/>
                </a:solidFill>
              </a:rPr>
              <a:t>●  The key decision:</a:t>
            </a:r>
            <a:r>
              <a:rPr sz="2400" b="0">
                <a:solidFill>
                  <a:srgbClr val="14182B"/>
                </a:solidFill>
              </a:rPr>
              <a:t>  run reconstruction through Meshy's API, or build that step ourselves.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Branch A — Build the Pipeline Ourselves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Capture app</a:t>
            </a:r>
            <a:r>
              <a:rPr sz="2000" b="0">
                <a:solidFill>
                  <a:srgbClr val="14182B"/>
                </a:solidFill>
              </a:rPr>
              <a:t>  scans the object via the device camera and produces a basic 3D model in the browser.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Blender script</a:t>
            </a:r>
            <a:r>
              <a:rPr sz="2000" b="0">
                <a:solidFill>
                  <a:srgbClr val="14182B"/>
                </a:solidFill>
              </a:rPr>
              <a:t>  takes that basic model and auto-rigs it, setting up bones and weights for Unity.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Unity script</a:t>
            </a:r>
            <a:r>
              <a:rPr sz="2000" b="0">
                <a:solidFill>
                  <a:srgbClr val="14182B"/>
                </a:solidFill>
              </a:rPr>
              <a:t>  imports the rigged asset and automatically adds physics, colliders, and rigid body components.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What this actually is:</a:t>
            </a:r>
            <a:r>
              <a:rPr sz="2000" b="0">
                <a:solidFill>
                  <a:srgbClr val="14182B"/>
                </a:solidFill>
              </a:rPr>
              <a:t>  classical scripting/automation against Blender's and Unity's own APIs — no model training required for the rigging/import half.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F5C9E"/>
                </a:solidFill>
              </a:rPr>
              <a:t>Where This Breaks 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The hard part isn't rigging —</a:t>
            </a:r>
            <a:r>
              <a:rPr sz="2000" b="0">
                <a:solidFill>
                  <a:srgbClr val="14182B"/>
                </a:solidFill>
              </a:rPr>
              <a:t>  Blender's own tools handle that well once we script it.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It's reconstruction:</a:t>
            </a:r>
            <a:r>
              <a:rPr sz="2000" b="0">
                <a:solidFill>
                  <a:srgbClr val="14182B"/>
                </a:solidFill>
              </a:rPr>
              <a:t>  turning a single 2D photo into an accurate 3D mesh is a real research problem, not a scripting problem.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Building that from scratch</a:t>
            </a:r>
            <a:r>
              <a:rPr sz="2000" b="0">
                <a:solidFill>
                  <a:srgbClr val="14182B"/>
                </a:solidFill>
              </a:rPr>
              <a:t>  needs large 3D datasets and real GPU budget — beyond a one-semester scope.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1F5C9E"/>
                </a:solidFill>
              </a:rPr>
              <a:t>●  No open-source tool</a:t>
            </a:r>
            <a:r>
              <a:rPr sz="2000" b="0">
                <a:solidFill>
                  <a:srgbClr val="14182B"/>
                </a:solidFill>
              </a:rPr>
              <a:t>  currently matches a commercial single-photo-to-mesh service for quality, out of the box.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E05A2E"/>
                </a:solidFill>
              </a:rPr>
              <a:t>Branch B — Using Meshy.ai for Reconstruction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One API call</a:t>
            </a:r>
            <a:r>
              <a:rPr sz="2000" b="0">
                <a:solidFill>
                  <a:srgbClr val="14182B"/>
                </a:solidFill>
              </a:rPr>
              <a:t>  handles the hard reconstruction step — mesh, texture, and a starting rig — that we're not trying to build ourselves.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Our Blender/Unity scripts still do the rest:</a:t>
            </a:r>
            <a:r>
              <a:rPr sz="2000" b="0">
                <a:solidFill>
                  <a:srgbClr val="14182B"/>
                </a:solidFill>
              </a:rPr>
              <a:t>  cleanup, final rigging, and automated Unity import stay our own work either way.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Trade-offs:</a:t>
            </a:r>
            <a:r>
              <a:rPr sz="2000" b="0">
                <a:solidFill>
                  <a:srgbClr val="14182B"/>
                </a:solidFill>
              </a:rPr>
              <a:t>  per-generation credit cost, rate limits, and depending on a third party's uptime and roadmap.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This is the MVP path.</a:t>
            </a:r>
            <a:r>
              <a:rPr sz="2000" b="0">
                <a:solidFill>
                  <a:srgbClr val="14182B"/>
                </a:solidFill>
              </a:rPr>
              <a:t>  A fully in-house reconstruction step stays on the table as future/stretch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Drone Capture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Why drones:</a:t>
            </a:r>
            <a:r>
              <a:rPr sz="2200" b="0">
                <a:solidFill>
                  <a:srgbClr val="14182B"/>
                </a:solidFill>
              </a:rPr>
              <a:t>  flyover capture for objects too large, elevated, or hard to reach for a handheld phone scan.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Same pipeline:</a:t>
            </a:r>
            <a:r>
              <a:rPr sz="2200" b="0">
                <a:solidFill>
                  <a:srgbClr val="14182B"/>
                </a:solidFill>
              </a:rPr>
              <a:t>  multi-angle footage feeds the same classify → generate steps, just with richer coverage.</a:t>
            </a:r>
          </a:p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Status:</a:t>
            </a:r>
            <a:r>
              <a:rPr sz="2200" b="0">
                <a:solidFill>
                  <a:srgbClr val="14182B"/>
                </a:solidFill>
              </a:rPr>
              <a:t>  already in progress as a side effort — plugs in as an alternate capture front-end.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1264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b="1">
                <a:solidFill>
                  <a:srgbClr val="993300"/>
                </a:solidFill>
              </a:rPr>
              <a:t>[FILL IN: drone platform/model, flight software, and what's already working on the side project]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Hardware — LiDAR / Thermal / Visual Mapping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1">
                <a:solidFill>
                  <a:srgbClr val="E05A2E"/>
                </a:solidFill>
              </a:rPr>
              <a:t>●  Adds</a:t>
            </a:r>
            <a:r>
              <a:rPr sz="2200" b="0">
                <a:solidFill>
                  <a:srgbClr val="14182B"/>
                </a:solidFill>
              </a:rPr>
              <a:t>  depth data (LiDAR), heat signature (thermal), and standard visual capture on top of a single photo.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2412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E05A2E"/>
                </a:solidFill>
              </a:rPr>
              <a:t>1.  Built into the app</a:t>
            </a:r>
          </a:p>
          <a:p>
            <a:pPr>
              <a:spcAft>
                <a:spcPts val="1800"/>
              </a:spcAft>
            </a:pPr>
            <a:r>
              <a:rPr sz="2000">
                <a:solidFill>
                  <a:srgbClr val="14182B"/>
                </a:solidFill>
              </a:rPr>
              <a:t>Richer sensor data improves reconstruction fidelity for the same pipeline.</a:t>
            </a:r>
          </a:p>
          <a:p>
            <a:r>
              <a:rPr sz="2200" b="1">
                <a:solidFill>
                  <a:srgbClr val="E05A2E"/>
                </a:solidFill>
              </a:rPr>
              <a:t>2.  Subsidiary service</a:t>
            </a:r>
          </a:p>
          <a:p>
            <a:r>
              <a:rPr sz="2000">
                <a:solidFill>
                  <a:srgbClr val="14182B"/>
                </a:solidFill>
              </a:rPr>
              <a:t>Mapping/scanning offered as its own product, sharing infrastructure but serving non-gaming use cases too.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i="1" b="1">
                <a:solidFill>
                  <a:srgbClr val="993300"/>
                </a:solidFill>
              </a:rPr>
              <a:t>[FILL IN: specific sensors/mapping software already in use on the side project]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Frontend:</a:t>
            </a:r>
            <a:r>
              <a:rPr sz="2100" b="0">
                <a:solidFill>
                  <a:srgbClr val="14182B"/>
                </a:solidFill>
              </a:rPr>
              <a:t>  React (capture app)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3D preview:</a:t>
            </a:r>
            <a:r>
              <a:rPr sz="2100" b="0">
                <a:solidFill>
                  <a:srgbClr val="14182B"/>
                </a:solidFill>
              </a:rPr>
              <a:t>  three.js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Backend:</a:t>
            </a:r>
            <a:r>
              <a:rPr sz="2100" b="0">
                <a:solidFill>
                  <a:srgbClr val="14182B"/>
                </a:solidFill>
              </a:rPr>
              <a:t>  Node.js or Python API + job queue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Desktop app:</a:t>
            </a:r>
            <a:r>
              <a:rPr sz="2100" b="0">
                <a:solidFill>
                  <a:srgbClr val="14182B"/>
                </a:solidFill>
              </a:rPr>
              <a:t>  Electron or Tauri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600200"/>
            <a:ext cx="52120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Unity:</a:t>
            </a:r>
            <a:r>
              <a:rPr sz="2100" b="0">
                <a:solidFill>
                  <a:srgbClr val="14182B"/>
                </a:solidFill>
              </a:rPr>
              <a:t>  C#, Unity Editor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Blender (stretch):</a:t>
            </a:r>
            <a:r>
              <a:rPr sz="2100" b="0">
                <a:solidFill>
                  <a:srgbClr val="14182B"/>
                </a:solidFill>
              </a:rPr>
              <a:t>  Python, bpy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Unreal (stretch):</a:t>
            </a:r>
            <a:r>
              <a:rPr sz="2100" b="0">
                <a:solidFill>
                  <a:srgbClr val="14182B"/>
                </a:solidFill>
              </a:rPr>
              <a:t>  Unreal Python API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Hardware/mapping:</a:t>
            </a:r>
            <a:r>
              <a:rPr sz="2100" b="0">
                <a:solidFill>
                  <a:srgbClr val="14182B"/>
                </a:solidFill>
              </a:rPr>
              <a:t>  drone + LiDAR SDKs — TBD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Algorithms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Classification:</a:t>
            </a:r>
            <a:r>
              <a:rPr sz="2000" b="0">
                <a:solidFill>
                  <a:srgbClr val="14182B"/>
                </a:solidFill>
              </a:rPr>
              <a:t>  pretrained vision model or vision-LLM call sorts captures into prop / creature / character, setting generation parameters.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Generation (MVP):</a:t>
            </a:r>
            <a:r>
              <a:rPr sz="2000" b="0">
                <a:solidFill>
                  <a:srgbClr val="14182B"/>
                </a:solidFill>
              </a:rPr>
              <a:t>  Meshy API handles reconstruction, PBR texturing, and auto-rigging.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Generation (future candidates):</a:t>
            </a:r>
            <a:r>
              <a:rPr sz="2000" b="0">
                <a:solidFill>
                  <a:srgbClr val="14182B"/>
                </a:solidFill>
              </a:rPr>
              <a:t>  photogrammetry or NeRF-based reconstruction + a separate rigging tool, benchmarked against Meshy.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E05A2E"/>
                </a:solidFill>
              </a:rPr>
              <a:t>●  Sensor fusion (LiDAR + thermal + visual):</a:t>
            </a:r>
            <a:r>
              <a:rPr sz="2000" b="0">
                <a:solidFill>
                  <a:srgbClr val="14182B"/>
                </a:solidFill>
              </a:rPr>
              <a:t>  approach TBD, depends on hardware side-project specifics.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Code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(phone / drone / sensor)  →  Backend (classify + orchestrate)  →  Desktop hub (queue, preview, target picker)  →  Engine import (Unity / Blender / Unreal)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108960"/>
            <a:ext cx="106070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Repo layout:</a:t>
            </a:r>
            <a:r>
              <a:rPr sz="2100" b="0">
                <a:solidFill>
                  <a:srgbClr val="14182B"/>
                </a:solidFill>
              </a:rPr>
              <a:t>  capture app, backend orchestrator, classifier module, desktop hub, per-engine import packages.</a:t>
            </a:r>
          </a:p>
          <a:p>
            <a:pPr>
              <a:spcAft>
                <a:spcPts val="1600"/>
              </a:spcAft>
            </a:pPr>
            <a:r>
              <a:rPr sz="2100" b="1">
                <a:solidFill>
                  <a:srgbClr val="E05A2E"/>
                </a:solidFill>
              </a:rPr>
              <a:t>●  Hardware hook-in:</a:t>
            </a:r>
            <a:r>
              <a:rPr sz="2100" b="0">
                <a:solidFill>
                  <a:srgbClr val="14182B"/>
                </a:solidFill>
              </a:rPr>
              <a:t>  drone/LiDAR/thermal code plugs in at the capture stage as an alternate front-end to the same backend.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How We'll Know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Classification accuracy —</a:t>
            </a:r>
            <a:r>
              <a:rPr sz="2100" b="0">
                <a:solidFill>
                  <a:srgbClr val="14182B"/>
                </a:solidFill>
              </a:rPr>
              <a:t>  how often the object gets sorted correctly.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End-to-end success rate —</a:t>
            </a:r>
            <a:r>
              <a:rPr sz="2100" b="0">
                <a:solidFill>
                  <a:srgbClr val="14182B"/>
                </a:solidFill>
              </a:rPr>
              <a:t>  how many test captures come out as a working, unbroken Unity asset.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Time per asset —</a:t>
            </a:r>
            <a:r>
              <a:rPr sz="2100" b="0">
                <a:solidFill>
                  <a:srgbClr val="14182B"/>
                </a:solidFill>
              </a:rPr>
              <a:t>  how long it takes, start to finish, versus doing it by hand.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Definition of done —</a:t>
            </a:r>
            <a:r>
              <a:rPr sz="2100" b="0">
                <a:solidFill>
                  <a:srgbClr val="14182B"/>
                </a:solidFill>
              </a:rPr>
              <a:t>  a finished Unity game object with physics, rigging, and colliders already set up, ready to drop into a scene.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Week of Sep 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0020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Validate Meshy API end-to-end, lock MVP 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350008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Capture app, backend, classifier, desktop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9816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Early Nov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099816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Unity import automation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849624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Mid Nov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849624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Full pipeline test; hardware integration spike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99432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Late 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599432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Stretch targets (Blender/Unreal, in-house client eval)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349240"/>
            <a:ext cx="23774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900">
                <a:solidFill>
                  <a:srgbClr val="E05A2E"/>
                </a:solidFill>
              </a:rPr>
              <a:t>Early Dec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349240"/>
            <a:ext cx="80467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 b="1">
                <a:solidFill>
                  <a:srgbClr val="14182B"/>
                </a:solidFill>
              </a:rPr>
              <a:t>Final demo + writeup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What We Expect to 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Generalization:</a:t>
            </a:r>
            <a:r>
              <a:rPr sz="2100" b="0">
                <a:solidFill>
                  <a:srgbClr val="14182B"/>
                </a:solidFill>
              </a:rPr>
              <a:t>  how well existing reconstruction/rigging tools hold up across object types they weren't built for.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Build vs. buy:</a:t>
            </a:r>
            <a:r>
              <a:rPr sz="2100" b="0">
                <a:solidFill>
                  <a:srgbClr val="14182B"/>
                </a:solidFill>
              </a:rPr>
              <a:t>  whether an in-house client would ever pay off, or Meshy remains the right call.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Hardware ROI:</a:t>
            </a:r>
            <a:r>
              <a:rPr sz="2100" b="0">
                <a:solidFill>
                  <a:srgbClr val="14182B"/>
                </a:solidFill>
              </a:rPr>
              <a:t>  where richer capture (drone, LiDAR, thermal) meaningfully improves output vs. just adding complexity.</a:t>
            </a:r>
          </a:p>
          <a:p>
            <a:pPr>
              <a:spcAft>
                <a:spcPts val="1400"/>
              </a:spcAft>
            </a:pPr>
            <a:r>
              <a:rPr sz="2100" b="1">
                <a:solidFill>
                  <a:srgbClr val="E05A2E"/>
                </a:solidFill>
              </a:rPr>
              <a:t>●  Failure modes:</a:t>
            </a:r>
            <a:r>
              <a:rPr sz="2100" b="0">
                <a:solidFill>
                  <a:srgbClr val="14182B"/>
                </a:solidFill>
              </a:rPr>
              <a:t>  where the pipeline breaks most, and what that tells us about where to invest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14182B"/>
                </a:solidFill>
              </a:rPr>
              <a:t>Team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70432"/>
            <a:ext cx="1463040" cy="50800"/>
          </a:xfrm>
          <a:prstGeom prst="rect">
            <a:avLst/>
          </a:prstGeom>
          <a:solidFill>
            <a:srgbClr val="E05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106070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500" b="1">
                <a:solidFill>
                  <a:srgbClr val="E05A2E"/>
                </a:solidFill>
              </a:rPr>
              <a:t>●  [Name]</a:t>
            </a:r>
            <a:r>
              <a:rPr sz="2500" b="0">
                <a:solidFill>
                  <a:srgbClr val="14182B"/>
                </a:solidFill>
              </a:rPr>
              <a:t>  — Phone/capture app + backend API</a:t>
            </a:r>
          </a:p>
          <a:p>
            <a:pPr>
              <a:spcAft>
                <a:spcPts val="1600"/>
              </a:spcAft>
            </a:pPr>
            <a:r>
              <a:rPr sz="2500" b="1">
                <a:solidFill>
                  <a:srgbClr val="E05A2E"/>
                </a:solidFill>
              </a:rPr>
              <a:t>●  [Name]</a:t>
            </a:r>
            <a:r>
              <a:rPr sz="2500" b="0">
                <a:solidFill>
                  <a:srgbClr val="14182B"/>
                </a:solidFill>
              </a:rPr>
              <a:t>  — Desktop app GUI + Unity Editor package</a:t>
            </a:r>
          </a:p>
          <a:p>
            <a:pPr>
              <a:spcAft>
                <a:spcPts val="1600"/>
              </a:spcAft>
            </a:pPr>
            <a:r>
              <a:rPr sz="2500" b="1">
                <a:solidFill>
                  <a:srgbClr val="E05A2E"/>
                </a:solidFill>
              </a:rPr>
              <a:t>●  [Name]</a:t>
            </a:r>
            <a:r>
              <a:rPr sz="2500" b="0">
                <a:solidFill>
                  <a:srgbClr val="14182B"/>
                </a:solidFill>
              </a:rPr>
              <a:t>  — Classifier + hardware/mapping integration (if 3rd member)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>
                <a:solidFill>
                  <a:srgbClr val="FFFFFF"/>
                </a:solidFill>
              </a:rP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70332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D8D8D8"/>
                </a:solidFill>
              </a:rPr>
              <a:t>Photo-to-Game-Asset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